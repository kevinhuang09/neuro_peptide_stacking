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46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48E448-9272-7D07-1B9C-46AF391E84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901734C-5CCB-C841-4849-033547C783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4833564-2130-4A27-AFDA-56481BBB8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0A59-99A6-425D-BF1E-FA3E13F59212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B899F6F-D0CF-0733-C917-2CAAC818E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B328E9-79B1-2374-42ED-C04882025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6BB5D-E997-4B95-A303-2CA77802E3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2977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88FCE1-B60B-89CC-5D3D-0B3856B62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420F51-B834-AA67-E8BD-1774BC61C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7943E5E-64A5-3BBB-C801-C953E3A5A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0A59-99A6-425D-BF1E-FA3E13F59212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9594F42-5C16-1320-E4DE-531C96FBA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7B02758-38DA-19B3-377E-327B35999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6BB5D-E997-4B95-A303-2CA77802E3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8134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60BA29-7E75-36FC-1A19-4C26EE809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8EEF661-AACC-6E16-2D6E-8BA41D45E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36AF43D-A230-CA40-B1A1-224D8C0B1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0A59-99A6-425D-BF1E-FA3E13F59212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6DF4BD6-2C22-FB83-CA07-E91E5F46D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21896A3-45F4-D14F-A094-0DDB306A0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6BB5D-E997-4B95-A303-2CA77802E3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8346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6B0610-8E7F-85E6-766A-549A4816B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D5591C-7128-1480-21CB-1AB5050184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EECF4A4-0787-72A1-AC8D-92F8BF6480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8FB3EA3-1DF1-8973-F03A-04B532705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0A59-99A6-425D-BF1E-FA3E13F59212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9FF1FE1-3993-EFBA-0C2E-02C807571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9EF6653-8434-4DCA-56A3-F5D2DCBD1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6BB5D-E997-4B95-A303-2CA77802E3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7123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29457BB-D0DD-2389-3D9F-EE68DABFA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18C5511-6FF8-56EF-300F-9BACE51EC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5DAB86C-B5B0-405E-108B-155316350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D1FC99B-F5B9-0605-89A8-401C542F7D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C13B677-917E-19D4-BC1F-92F39E24DE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6F235CB-867B-C34D-01AA-0F74A803D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0A59-99A6-425D-BF1E-FA3E13F59212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F24A59C8-1EE5-6C5C-6104-68BF6AD78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872CA2E-18A8-FF37-A266-6344C2C32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6BB5D-E997-4B95-A303-2CA77802E3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0980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208376-72B1-6114-F7AC-41DF83658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F433A3B-404F-6E3F-DC34-9E50D225F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0A59-99A6-425D-BF1E-FA3E13F59212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CE1AF8A-0AB8-B9B8-3A7A-4CCFECFE9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115159F-4FF2-8AC9-70D5-0FDBBF624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6BB5D-E997-4B95-A303-2CA77802E3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4930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3528D6A-7D91-13D0-FF36-8EC321D81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0A59-99A6-425D-BF1E-FA3E13F59212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325D7C8-F351-BAB8-A7AF-5BBEC6ABF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9143844-B28D-2CC3-4D0A-1CD2E3214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6BB5D-E997-4B95-A303-2CA77802E3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6693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00D22D-F1F9-487F-5405-BA787D2A5D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EA4E6D6-5CD9-1096-6605-4827DF41D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2505ED3-D0E4-B4C7-4CCD-D7298976B1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3646047-E654-6168-C6CF-F206B52B7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0A59-99A6-425D-BF1E-FA3E13F59212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95BFB4A-00D4-24F3-6598-C68986392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F4FB10F-C446-B6A8-3D27-17C188477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6BB5D-E997-4B95-A303-2CA77802E3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5061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0D76FA-7735-9BFD-8FE5-196471E36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82653D7-2333-7EC1-FD03-DA60D6C714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8BEEE8A-38ED-9353-D605-36985E29FB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65BA67C-983D-71F3-2829-4BA602958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0A59-99A6-425D-BF1E-FA3E13F59212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0A9035C-3191-F144-A5F6-CA75AF23B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FB15B39-6288-90DF-0AA8-16A3DE3DC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6BB5D-E997-4B95-A303-2CA77802E3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1701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0CC7D8-704D-3AE6-3EFB-68B5E2BF8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2C2C76C-D8CB-9DB9-724B-7F10BE5D21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2397ECE-3AAB-23C3-A1A0-E19420A3E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0A59-99A6-425D-BF1E-FA3E13F59212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B6B424D-265E-D915-997D-B5970C72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C6297D6-35DE-09BE-1BA0-46BDCE244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6BB5D-E997-4B95-A303-2CA77802E3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3758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A2410A97-C3DB-58D3-B113-80B103F248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657F6ED-4857-A755-817C-789FCF719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5D22AF0-0910-8C46-A92F-847398BB9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C0A59-99A6-425D-BF1E-FA3E13F59212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2D61ABF-8988-5FB5-3674-468EB631B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BDDF66-4DE0-A53A-4A13-B8F08B277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F6BB5D-E997-4B95-A303-2CA77802E3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28522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66C9090-0277-FA57-4788-45C2063A3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AB931D5-924F-52D3-8046-465555B38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CB5EAD-9E33-5D89-A038-C8BD063D69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CC0A59-99A6-425D-BF1E-FA3E13F59212}" type="datetimeFigureOut">
              <a:rPr lang="zh-TW" altLang="en-US" smtClean="0"/>
              <a:t>2026/7/16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1406A8C-D238-DE42-D6C8-29405F13B6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B0842B5-AF1F-83F2-7E87-89EFCE76E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F6BB5D-E997-4B95-A303-2CA77802E3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6912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677D75B-3A56-00C4-8A16-934C947ADA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Stacking </a:t>
            </a:r>
            <a:r>
              <a:rPr lang="zh-TW" altLang="en-US" dirty="0"/>
              <a:t>進度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97F8152-9D27-D46F-64C7-21A0792584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U11216002 </a:t>
            </a:r>
            <a:r>
              <a:rPr lang="zh-TW" altLang="en-US" dirty="0"/>
              <a:t>資科三 黃瑞麟</a:t>
            </a:r>
          </a:p>
        </p:txBody>
      </p:sp>
    </p:spTree>
    <p:extLst>
      <p:ext uri="{BB962C8B-B14F-4D97-AF65-F5344CB8AC3E}">
        <p14:creationId xmlns:p14="http://schemas.microsoft.com/office/powerpoint/2010/main" val="1131949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440FD7-E394-378B-3E8B-F1AB32B3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Main_Feature.py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AC428F-BF93-6501-B774-94CE8655C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Feature_encode.py</a:t>
            </a:r>
          </a:p>
          <a:p>
            <a:r>
              <a:rPr lang="en-US" altLang="zh-TW" dirty="0"/>
              <a:t>Feature_split.py</a:t>
            </a:r>
          </a:p>
          <a:p>
            <a:pPr marL="0" indent="0">
              <a:buNone/>
            </a:pPr>
            <a:r>
              <a:rPr lang="en-US" altLang="zh-TW" dirty="0"/>
              <a:t>Merge two file -&gt; name Main_FeatureStk.py *** control all variables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78286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BF6D2-914B-52F3-D532-656123218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108C20-C23E-8A2C-A3C7-CF572CE96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Main_ML.py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124EBB4-5428-98A9-9584-2B04163BD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/>
              <a:t>Meta_feature_gent.py –</a:t>
            </a:r>
            <a:r>
              <a:rPr lang="zh-TW" altLang="en-US" dirty="0"/>
              <a:t>調整最佳參數</a:t>
            </a:r>
            <a:endParaRPr lang="en-US" altLang="zh-TW" dirty="0"/>
          </a:p>
          <a:p>
            <a:r>
              <a:rPr lang="en-US" altLang="zh-TW" dirty="0"/>
              <a:t>plot_meta_mcc.py</a:t>
            </a:r>
            <a:r>
              <a:rPr lang="zh-TW" altLang="en-US" dirty="0"/>
              <a:t> </a:t>
            </a:r>
            <a:r>
              <a:rPr lang="en-US" altLang="zh-TW" dirty="0" err="1"/>
              <a:t>box_plot</a:t>
            </a:r>
            <a:r>
              <a:rPr lang="zh-TW" altLang="en-US" dirty="0"/>
              <a:t>點隱藏 畫成水平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 err="1"/>
              <a:t>headmap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紅色、白色、藍色 高</a:t>
            </a:r>
            <a:r>
              <a:rPr lang="en-US" altLang="zh-TW" dirty="0"/>
              <a:t>head</a:t>
            </a:r>
            <a:r>
              <a:rPr lang="zh-TW" altLang="en-US" dirty="0"/>
              <a:t>到低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畫兩張</a:t>
            </a:r>
            <a:r>
              <a:rPr lang="en-US" altLang="zh-TW" dirty="0" err="1"/>
              <a:t>headmap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圖</a:t>
            </a:r>
            <a:r>
              <a:rPr lang="en-US" altLang="zh-TW" dirty="0"/>
              <a:t>1 : 1</a:t>
            </a:r>
            <a:r>
              <a:rPr lang="zh-TW" altLang="en-US" dirty="0"/>
              <a:t>最大</a:t>
            </a:r>
            <a:r>
              <a:rPr lang="en-US" altLang="zh-TW" dirty="0"/>
              <a:t>0</a:t>
            </a:r>
            <a:r>
              <a:rPr lang="zh-TW" altLang="en-US" dirty="0"/>
              <a:t>最小 </a:t>
            </a:r>
            <a:r>
              <a:rPr lang="en-US" altLang="zh-TW" dirty="0"/>
              <a:t>0.5</a:t>
            </a:r>
            <a:r>
              <a:rPr lang="zh-TW" altLang="en-US" dirty="0"/>
              <a:t>白色</a:t>
            </a:r>
            <a:endParaRPr lang="en-US" altLang="zh-TW" dirty="0"/>
          </a:p>
          <a:p>
            <a:pPr marL="0" indent="0">
              <a:buNone/>
            </a:pPr>
            <a:r>
              <a:rPr lang="zh-TW" altLang="en-US" dirty="0"/>
              <a:t>圖</a:t>
            </a:r>
            <a:r>
              <a:rPr lang="en-US" altLang="zh-TW" dirty="0"/>
              <a:t>2 : </a:t>
            </a:r>
            <a:r>
              <a:rPr lang="zh-TW" altLang="en-US" dirty="0"/>
              <a:t>實際最大值</a:t>
            </a:r>
            <a:r>
              <a:rPr lang="en-US" altLang="zh-TW" dirty="0"/>
              <a:t>0.72</a:t>
            </a:r>
            <a:r>
              <a:rPr lang="zh-TW" altLang="en-US" dirty="0"/>
              <a:t>紅色 </a:t>
            </a:r>
            <a:r>
              <a:rPr lang="en-US" altLang="zh-TW" dirty="0"/>
              <a:t>-0.03</a:t>
            </a:r>
            <a:r>
              <a:rPr lang="zh-TW" altLang="en-US" dirty="0"/>
              <a:t>藍色 中間 </a:t>
            </a:r>
            <a:r>
              <a:rPr lang="en-US" altLang="zh-TW" dirty="0"/>
              <a:t>(</a:t>
            </a:r>
            <a:r>
              <a:rPr lang="en-US" altLang="zh-TW" dirty="0" err="1"/>
              <a:t>max+min</a:t>
            </a:r>
            <a:r>
              <a:rPr lang="en-US" altLang="zh-TW" dirty="0"/>
              <a:t>) / 2</a:t>
            </a:r>
          </a:p>
          <a:p>
            <a:pPr marL="0" indent="0">
              <a:buNone/>
            </a:pPr>
            <a:r>
              <a:rPr lang="zh-TW" altLang="en-US" dirty="0"/>
              <a:t>找一對一小模型名稱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 err="1"/>
              <a:t>Bebug</a:t>
            </a:r>
            <a:r>
              <a:rPr lang="zh-TW" altLang="en-US" dirty="0"/>
              <a:t> </a:t>
            </a:r>
            <a:r>
              <a:rPr lang="en-US" altLang="zh-TW" dirty="0" err="1"/>
              <a:t>aac</a:t>
            </a:r>
            <a:r>
              <a:rPr lang="en-US" altLang="zh-TW" dirty="0"/>
              <a:t>, </a:t>
            </a:r>
            <a:r>
              <a:rPr lang="en-US" altLang="zh-TW" dirty="0" err="1"/>
              <a:t>dpc</a:t>
            </a:r>
            <a:r>
              <a:rPr lang="en-US" altLang="zh-TW" dirty="0"/>
              <a:t>, </a:t>
            </a:r>
            <a:r>
              <a:rPr lang="en-US" altLang="zh-TW" dirty="0" err="1"/>
              <a:t>ctd</a:t>
            </a:r>
            <a:r>
              <a:rPr lang="en-US" altLang="zh-TW" dirty="0"/>
              <a:t>, z5, </a:t>
            </a:r>
            <a:r>
              <a:rPr lang="en-US" altLang="zh-TW" dirty="0" err="1"/>
              <a:t>ez</a:t>
            </a:r>
            <a:r>
              <a:rPr lang="en-US" altLang="zh-TW" dirty="0"/>
              <a:t>, </a:t>
            </a:r>
            <a:r>
              <a:rPr lang="en-US" altLang="zh-TW" dirty="0" err="1"/>
              <a:t>apaac</a:t>
            </a:r>
            <a:r>
              <a:rPr lang="en-US" altLang="zh-TW" dirty="0"/>
              <a:t> * ML model use : et, rf, </a:t>
            </a:r>
            <a:r>
              <a:rPr lang="en-US" altLang="zh-TW" dirty="0" err="1"/>
              <a:t>xgb</a:t>
            </a:r>
            <a:r>
              <a:rPr lang="en-US" altLang="zh-TW" dirty="0"/>
              <a:t>, </a:t>
            </a:r>
            <a:r>
              <a:rPr lang="en-US" altLang="zh-TW" dirty="0" err="1"/>
              <a:t>lgbm</a:t>
            </a:r>
            <a:r>
              <a:rPr lang="en-US" altLang="zh-TW" dirty="0"/>
              <a:t>, </a:t>
            </a:r>
            <a:r>
              <a:rPr lang="en-US" altLang="zh-TW" dirty="0" err="1"/>
              <a:t>lr</a:t>
            </a:r>
            <a:r>
              <a:rPr lang="en-US" altLang="zh-TW" dirty="0"/>
              <a:t>, </a:t>
            </a:r>
            <a:r>
              <a:rPr lang="en-US" altLang="zh-TW" dirty="0" err="1"/>
              <a:t>knn</a:t>
            </a:r>
            <a:r>
              <a:rPr lang="en-US" altLang="zh-TW" dirty="0"/>
              <a:t> </a:t>
            </a:r>
            <a:r>
              <a:rPr lang="zh-TW" altLang="en-US" dirty="0"/>
              <a:t>跑完正確再用大模型</a:t>
            </a:r>
            <a:endParaRPr lang="en-US" altLang="zh-TW" dirty="0"/>
          </a:p>
          <a:p>
            <a:r>
              <a:rPr lang="en-US" altLang="zh-TW" dirty="0"/>
              <a:t>Boruta_selection.py –-now progress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44498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2CEDB-A8CF-D951-6F67-E4D590033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6E5294-EECC-322E-EDA3-90F6E9093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Some helpers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C382962-E96D-2608-E52E-A6F5D2FA9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Address </a:t>
            </a:r>
          </a:p>
          <a:p>
            <a:pPr lvl="1"/>
            <a:r>
              <a:rPr lang="en-US" altLang="zh-TW" dirty="0" err="1"/>
              <a:t>mainProgram</a:t>
            </a:r>
            <a:endParaRPr lang="en-US" altLang="zh-TW" dirty="0"/>
          </a:p>
          <a:p>
            <a:r>
              <a:rPr lang="en-US" altLang="zh-TW" dirty="0"/>
              <a:t>Files</a:t>
            </a:r>
          </a:p>
          <a:p>
            <a:pPr lvl="1"/>
            <a:r>
              <a:rPr lang="en-US" altLang="zh-TW" dirty="0"/>
              <a:t>Init_env.py</a:t>
            </a:r>
          </a:p>
          <a:p>
            <a:pPr lvl="1"/>
            <a:r>
              <a:rPr lang="en-US" altLang="zh-TW" dirty="0"/>
              <a:t>Config.py</a:t>
            </a:r>
          </a:p>
          <a:p>
            <a:pPr lvl="1"/>
            <a:r>
              <a:rPr lang="en-US" altLang="zh-TW" dirty="0"/>
              <a:t>Data_cleaning.py</a:t>
            </a:r>
          </a:p>
          <a:p>
            <a:pPr marL="457200" lvl="1" indent="0">
              <a:buNone/>
            </a:pPr>
            <a:r>
              <a:rPr lang="zh-TW" altLang="en-US" dirty="0"/>
              <a:t>全部都包成</a:t>
            </a:r>
            <a:r>
              <a:rPr lang="en-US" altLang="zh-TW" dirty="0"/>
              <a:t>class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309209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1059</TotalTime>
  <Words>179</Words>
  <Application>Microsoft Office PowerPoint</Application>
  <PresentationFormat>寬螢幕</PresentationFormat>
  <Paragraphs>25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佈景主題</vt:lpstr>
      <vt:lpstr>Stacking 進度</vt:lpstr>
      <vt:lpstr>Main_Feature.py</vt:lpstr>
      <vt:lpstr>Main_ML.py</vt:lpstr>
      <vt:lpstr>Some helpers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黃瑞麟</dc:creator>
  <cp:lastModifiedBy>黃瑞麟</cp:lastModifiedBy>
  <cp:revision>138</cp:revision>
  <dcterms:created xsi:type="dcterms:W3CDTF">2026-03-03T13:16:51Z</dcterms:created>
  <dcterms:modified xsi:type="dcterms:W3CDTF">2026-07-16T14:55:10Z</dcterms:modified>
</cp:coreProperties>
</file>