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59" r:id="rId7"/>
    <p:sldId id="265" r:id="rId8"/>
    <p:sldId id="266" r:id="rId9"/>
    <p:sldId id="271" r:id="rId10"/>
    <p:sldId id="270" r:id="rId11"/>
    <p:sldId id="263" r:id="rId12"/>
    <p:sldId id="264" r:id="rId13"/>
    <p:sldId id="267" r:id="rId14"/>
    <p:sldId id="27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48E448-9272-7D07-1B9C-46AF391E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01734C-5CCB-C841-4849-033547C78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833564-2130-4A27-AFDA-56481BBB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899F6F-D0CF-0733-C917-2CAAC818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B328E9-79B1-2374-42ED-C0488202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97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88FCE1-B60B-89CC-5D3D-0B3856B6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420F51-B834-AA67-E8BD-1774BC61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943E5E-64A5-3BBB-C801-C953E3A5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594F42-5C16-1320-E4DE-531C96FB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B02758-38DA-19B3-377E-327B3599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13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0BA29-7E75-36FC-1A19-4C26EE80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EEF661-AACC-6E16-2D6E-8BA41D45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6AF43D-A230-CA40-B1A1-224D8C0B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DF4BD6-2C22-FB83-CA07-E91E5F46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896A3-45F4-D14F-A094-0DDB306A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3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B0610-8E7F-85E6-766A-549A4816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D5591C-7128-1480-21CB-1AB505018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EECF4A4-0787-72A1-AC8D-92F8BF648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FB3EA3-1DF1-8973-F03A-04B53270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FF1FE1-3993-EFBA-0C2E-02C80757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EF6653-8434-4DCA-56A3-F5D2DCBD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12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457BB-D0DD-2389-3D9F-EE68DABF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8C5511-6FF8-56EF-300F-9BACE51EC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DAB86C-B5B0-405E-108B-155316350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1FC99B-F5B9-0605-89A8-401C542F7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13B677-917E-19D4-BC1F-92F39E24D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6F235CB-867B-C34D-01AA-0F74A803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24A59C8-1EE5-6C5C-6104-68BF6AD7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872CA2E-18A8-FF37-A266-6344C2C3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98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208376-72B1-6114-F7AC-41DF8365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F433A3B-404F-6E3F-DC34-9E50D225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CE1AF8A-0AB8-B9B8-3A7A-4CCFECFE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15159F-4FF2-8AC9-70D5-0FDBBF62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93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3528D6A-7D91-13D0-FF36-8EC321D8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25D7C8-F351-BAB8-A7AF-5BBEC6AB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43844-B28D-2CC3-4D0A-1CD2E321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69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00D22D-F1F9-487F-5405-BA787D2A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A4E6D6-5CD9-1096-6605-4827DF41D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505ED3-D0E4-B4C7-4CCD-D7298976B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646047-E654-6168-C6CF-F206B52B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5BFB4A-00D4-24F3-6598-C6898639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4FB10F-C446-B6A8-3D27-17C18847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06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D76FA-7735-9BFD-8FE5-196471E3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2653D7-2333-7EC1-FD03-DA60D6C71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BEEE8A-38ED-9353-D605-36985E29F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5BA67C-983D-71F3-2829-4BA60295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A9035C-3191-F144-A5F6-CA75AF23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B15B39-6288-90DF-0AA8-16A3DE3D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70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CC7D8-704D-3AE6-3EFB-68B5E2BF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C2C76C-D8CB-9DB9-724B-7F10BE5D2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397ECE-3AAB-23C3-A1A0-E19420A3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6B424D-265E-D915-997D-B5970C72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6297D6-35DE-09BE-1BA0-46BDCE2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75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410A97-C3DB-58D3-B113-80B103F24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57F6ED-4857-A755-817C-789FCF71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D22AF0-0910-8C46-A92F-847398BB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D61ABF-8988-5FB5-3674-468EB631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BDDF66-4DE0-A53A-4A13-B8F08B27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85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66C9090-0277-FA57-4788-45C2063A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B931D5-924F-52D3-8046-465555B38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B5EAD-9E33-5D89-A038-C8BD063D6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C0A59-99A6-425D-BF1E-FA3E13F59212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406A8C-D238-DE42-D6C8-29405F13B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0842B5-AF1F-83F2-7E87-89EFCE76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91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7D75B-3A56-00C4-8A16-934C947AD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0304 progress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7F8152-9D27-D46F-64C7-21A079258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U11216002 </a:t>
            </a:r>
            <a:r>
              <a:rPr lang="zh-TW" altLang="en-US" dirty="0"/>
              <a:t>資科三 黃瑞麟</a:t>
            </a:r>
          </a:p>
        </p:txBody>
      </p:sp>
    </p:spTree>
    <p:extLst>
      <p:ext uri="{BB962C8B-B14F-4D97-AF65-F5344CB8AC3E}">
        <p14:creationId xmlns:p14="http://schemas.microsoft.com/office/powerpoint/2010/main" val="113194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1D8E0-7BAA-6654-7649-E3D7B4E2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 of Contents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777EAE-23CD-FA75-A8EE-8380A0B0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/>
              <a:t>Test Neuropeptide limit</a:t>
            </a:r>
          </a:p>
          <a:p>
            <a:pPr marL="514350" indent="-514350">
              <a:buAutoNum type="arabicPeriod"/>
            </a:pPr>
            <a:r>
              <a:rPr lang="en-US" altLang="zh-TW" dirty="0"/>
              <a:t>Stacking</a:t>
            </a:r>
          </a:p>
          <a:p>
            <a:pPr marL="514350" indent="-514350">
              <a:buAutoNum type="arabicPeriod"/>
            </a:pPr>
            <a:r>
              <a:rPr lang="en-US" altLang="zh-TW" dirty="0"/>
              <a:t>Generate sequence peptide</a:t>
            </a:r>
          </a:p>
          <a:p>
            <a:pPr marL="514350" indent="-514350">
              <a:buAutoNum type="arabicPeriod"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4832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AC02B-BCA2-0401-92D2-4D4119E5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 Test Neuropeptide limit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281729-D118-6CCC-AE83-7A76B9138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loop run 20 times</a:t>
            </a:r>
          </a:p>
          <a:p>
            <a:r>
              <a:rPr lang="en-US" altLang="zh-TW" dirty="0"/>
              <a:t>Complete run 3 times</a:t>
            </a:r>
          </a:p>
          <a:p>
            <a:r>
              <a:rPr lang="en-US" altLang="zh-TW" dirty="0"/>
              <a:t>Combine 3 result with best score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(origin result)</a:t>
            </a: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5033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D1C38-6453-AAF2-CA6A-33B140F6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7809FB-14C6-A12A-7D49-864E233AA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Combine 3 result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F625621-8C70-BB55-842C-686543DB3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3277"/>
          <a:stretch>
            <a:fillRect/>
          </a:stretch>
        </p:blipFill>
        <p:spPr>
          <a:xfrm>
            <a:off x="999565" y="1690688"/>
            <a:ext cx="10515600" cy="25406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B75FAB0-6B8C-8B4A-5A40-773CCAAD8584}"/>
              </a:ext>
            </a:extLst>
          </p:cNvPr>
          <p:cNvSpPr txBox="1"/>
          <p:nvPr/>
        </p:nvSpPr>
        <p:spPr>
          <a:xfrm>
            <a:off x="3609788" y="4500282"/>
            <a:ext cx="16757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Top 6 table</a:t>
            </a:r>
            <a:endParaRPr lang="zh-TW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09707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005D-71C6-98A7-06B7-AEC48945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5E003-AA94-7C71-E9BA-86A07AC4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Combine 3 result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4B67CD9-F5E5-FBC7-7F85-3AD61190DA71}"/>
              </a:ext>
            </a:extLst>
          </p:cNvPr>
          <p:cNvSpPr txBox="1"/>
          <p:nvPr/>
        </p:nvSpPr>
        <p:spPr>
          <a:xfrm>
            <a:off x="3609788" y="4500282"/>
            <a:ext cx="24998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500" dirty="0"/>
              <a:t>Top 6 cover table</a:t>
            </a:r>
            <a:endParaRPr lang="zh-TW" altLang="en-US" sz="2500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833FF075-1CF6-7D53-4D49-8869D07DB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41073"/>
            <a:ext cx="10515600" cy="256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0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E7775-1B03-7D23-BAB4-1AA20680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 Stacking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8FA720-A699-E534-2A39-4B14E8D57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altLang="zh-TW" dirty="0" err="1"/>
              <a:t>Fasta</a:t>
            </a:r>
            <a:r>
              <a:rPr lang="zh-TW" altLang="en-US" dirty="0"/>
              <a:t>特徵提取 </a:t>
            </a:r>
            <a:r>
              <a:rPr lang="en-US" altLang="zh-TW" dirty="0"/>
              <a:t>-&gt; </a:t>
            </a:r>
            <a:r>
              <a:rPr lang="zh-TW" altLang="en-US" dirty="0"/>
              <a:t>產生總表 </a:t>
            </a:r>
            <a:r>
              <a:rPr lang="en-US" altLang="zh-TW" dirty="0"/>
              <a:t>(OK)(train, test. csv)feature_encode.py</a:t>
            </a:r>
          </a:p>
          <a:p>
            <a:pPr marL="514350" indent="-514350">
              <a:buAutoNum type="arabicPeriod"/>
            </a:pPr>
            <a:r>
              <a:rPr lang="zh-TW" altLang="en-US" dirty="0"/>
              <a:t>總表拆分 </a:t>
            </a:r>
            <a:r>
              <a:rPr lang="en-US" altLang="zh-TW" dirty="0"/>
              <a:t>-&gt; (OK)(</a:t>
            </a:r>
            <a:r>
              <a:rPr lang="zh-TW" altLang="en-US" dirty="0"/>
              <a:t>每個</a:t>
            </a:r>
            <a:r>
              <a:rPr lang="en-US" altLang="zh-TW" dirty="0"/>
              <a:t>feature type</a:t>
            </a:r>
            <a:r>
              <a:rPr lang="zh-TW" altLang="en-US" dirty="0"/>
              <a:t>一個檔案</a:t>
            </a:r>
            <a:r>
              <a:rPr lang="en-US" altLang="zh-TW" dirty="0"/>
              <a:t>, </a:t>
            </a:r>
            <a:r>
              <a:rPr lang="zh-TW" altLang="en-US" dirty="0"/>
              <a:t>並分成</a:t>
            </a:r>
            <a:r>
              <a:rPr lang="en-US" altLang="zh-TW" dirty="0"/>
              <a:t>train, test) feature_split.py</a:t>
            </a:r>
            <a:br>
              <a:rPr lang="en-US" altLang="zh-TW" dirty="0"/>
            </a:br>
            <a:r>
              <a:rPr lang="zh-TW" altLang="en-US" dirty="0"/>
              <a:t>共</a:t>
            </a:r>
            <a:r>
              <a:rPr lang="en-US" altLang="zh-TW" dirty="0"/>
              <a:t>56 * 2 csv</a:t>
            </a:r>
          </a:p>
          <a:p>
            <a:pPr marL="514350" indent="-514350">
              <a:buAutoNum type="arabicPeriod"/>
            </a:pPr>
            <a:r>
              <a:rPr lang="en-US" altLang="zh-TW" dirty="0"/>
              <a:t>56 feature types * 17 modes -&gt; 952</a:t>
            </a:r>
            <a:r>
              <a:rPr lang="zh-TW" altLang="en-US" dirty="0"/>
              <a:t>機率表 </a:t>
            </a:r>
            <a:r>
              <a:rPr lang="en-US" altLang="zh-TW" dirty="0"/>
              <a:t>(OK)</a:t>
            </a:r>
            <a:br>
              <a:rPr lang="en-US" altLang="zh-TW" dirty="0"/>
            </a:br>
            <a:r>
              <a:rPr lang="en-US" altLang="zh-TW" dirty="0"/>
              <a:t> meta_feature_gent.py</a:t>
            </a:r>
          </a:p>
          <a:p>
            <a:pPr marL="0" indent="0">
              <a:buNone/>
            </a:pPr>
            <a:r>
              <a:rPr lang="en-US" altLang="zh-TW" dirty="0"/>
              <a:t>4.  Filter mcc lower 0.4 (need?)</a:t>
            </a:r>
          </a:p>
          <a:p>
            <a:pPr marL="0" indent="0">
              <a:buNone/>
            </a:pPr>
            <a:r>
              <a:rPr lang="en-US" altLang="zh-TW" dirty="0"/>
              <a:t>5. Boruta feature selection</a:t>
            </a:r>
            <a:r>
              <a:rPr lang="zh-TW" altLang="en-US" dirty="0"/>
              <a:t> </a:t>
            </a:r>
            <a:r>
              <a:rPr lang="en-US" altLang="zh-TW" dirty="0"/>
              <a:t>boruta_selection.py</a:t>
            </a:r>
            <a:r>
              <a:rPr lang="zh-TW" altLang="en-US" dirty="0"/>
              <a:t> </a:t>
            </a:r>
            <a:r>
              <a:rPr lang="en-US" altLang="zh-TW" dirty="0"/>
              <a:t>50, 300 , 20</a:t>
            </a:r>
          </a:p>
          <a:p>
            <a:pPr marL="514350" indent="-514350">
              <a:buAutoNum type="arabicPeriod"/>
            </a:pPr>
            <a:endParaRPr lang="en-US" altLang="zh-TW" dirty="0"/>
          </a:p>
          <a:p>
            <a:pPr marL="514350" indent="-514350">
              <a:buAutoNum type="arabicPeriod"/>
            </a:pPr>
            <a:endParaRPr lang="en-US" altLang="zh-TW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80C86E-ABF8-DFFF-7868-134A9B715DD5}"/>
              </a:ext>
            </a:extLst>
          </p:cNvPr>
          <p:cNvSpPr/>
          <p:nvPr/>
        </p:nvSpPr>
        <p:spPr>
          <a:xfrm>
            <a:off x="735106" y="1571812"/>
            <a:ext cx="10515600" cy="3232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51449D-9A4F-07DE-DF8D-D9CA9CCD6F18}"/>
              </a:ext>
            </a:extLst>
          </p:cNvPr>
          <p:cNvSpPr txBox="1"/>
          <p:nvPr/>
        </p:nvSpPr>
        <p:spPr>
          <a:xfrm>
            <a:off x="7739529" y="1079369"/>
            <a:ext cx="15600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dirty="0">
                <a:solidFill>
                  <a:srgbClr val="FF0000"/>
                </a:solidFill>
              </a:rPr>
              <a:t>complete</a:t>
            </a:r>
            <a:endParaRPr lang="zh-TW" altLang="en-US" sz="260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0BB30F-8B66-45B7-A29C-A52BCD1E000A}"/>
              </a:ext>
            </a:extLst>
          </p:cNvPr>
          <p:cNvSpPr/>
          <p:nvPr/>
        </p:nvSpPr>
        <p:spPr>
          <a:xfrm>
            <a:off x="711199" y="4826615"/>
            <a:ext cx="9867153" cy="1184135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1E61549-810A-F520-EBF8-AAA8AEB24050}"/>
              </a:ext>
            </a:extLst>
          </p:cNvPr>
          <p:cNvSpPr txBox="1"/>
          <p:nvPr/>
        </p:nvSpPr>
        <p:spPr>
          <a:xfrm>
            <a:off x="7942000" y="4998070"/>
            <a:ext cx="238046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dirty="0">
                <a:solidFill>
                  <a:srgbClr val="FFC000"/>
                </a:solidFill>
              </a:rPr>
              <a:t>Except process</a:t>
            </a:r>
            <a:endParaRPr lang="zh-TW" altLang="en-US" sz="2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06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2CBE2C3-0061-48E5-5F25-A9061975D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093695"/>
            <a:ext cx="8246034" cy="537882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9BCE22F-E61D-0A3A-6CD5-AFAC659EEEF7}"/>
              </a:ext>
            </a:extLst>
          </p:cNvPr>
          <p:cNvSpPr txBox="1"/>
          <p:nvPr/>
        </p:nvSpPr>
        <p:spPr>
          <a:xfrm>
            <a:off x="9299388" y="1697318"/>
            <a:ext cx="2690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/>
              <a:t>預計先篩選掉</a:t>
            </a:r>
            <a:r>
              <a:rPr lang="en-US" altLang="zh-TW" dirty="0"/>
              <a:t>0.2</a:t>
            </a:r>
            <a:r>
              <a:rPr lang="zh-TW" altLang="en-US" dirty="0"/>
              <a:t>以下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用</a:t>
            </a:r>
            <a:r>
              <a:rPr lang="en-US" altLang="zh-TW" dirty="0" err="1"/>
              <a:t>boruta</a:t>
            </a:r>
            <a:r>
              <a:rPr lang="zh-TW" altLang="en-US" dirty="0"/>
              <a:t>進行篩選</a:t>
            </a:r>
          </a:p>
        </p:txBody>
      </p:sp>
    </p:spTree>
    <p:extLst>
      <p:ext uri="{BB962C8B-B14F-4D97-AF65-F5344CB8AC3E}">
        <p14:creationId xmlns:p14="http://schemas.microsoft.com/office/powerpoint/2010/main" val="228285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61E12-CD70-F52F-2AF2-0AE4E11D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9C29EC7-1984-950A-8BE0-427A86CD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44" y="1814048"/>
            <a:ext cx="9920304" cy="592002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1E5DC1EF-E730-1BCC-A707-B03395CD76BD}"/>
              </a:ext>
            </a:extLst>
          </p:cNvPr>
          <p:cNvSpPr txBox="1"/>
          <p:nvPr/>
        </p:nvSpPr>
        <p:spPr>
          <a:xfrm>
            <a:off x="3430494" y="51995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用</a:t>
            </a:r>
            <a:r>
              <a:rPr lang="en-US" altLang="zh-TW" dirty="0"/>
              <a:t>1.5</a:t>
            </a:r>
            <a:r>
              <a:rPr lang="zh-TW" altLang="en-US" dirty="0"/>
              <a:t>倍的</a:t>
            </a:r>
            <a:r>
              <a:rPr lang="en-US" altLang="zh-TW" dirty="0"/>
              <a:t>IQR</a:t>
            </a:r>
            <a:r>
              <a:rPr lang="zh-TW" altLang="en-US" dirty="0"/>
              <a:t>畫圖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83B336A-BA2A-2102-82DE-1B9D01628FE9}"/>
              </a:ext>
            </a:extLst>
          </p:cNvPr>
          <p:cNvSpPr txBox="1"/>
          <p:nvPr/>
        </p:nvSpPr>
        <p:spPr>
          <a:xfrm>
            <a:off x="1147482" y="150621"/>
            <a:ext cx="543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畫</a:t>
            </a:r>
            <a:r>
              <a:rPr lang="en-US" altLang="zh-TW" dirty="0"/>
              <a:t>feature type</a:t>
            </a:r>
            <a:r>
              <a:rPr lang="zh-TW" altLang="en-US" dirty="0"/>
              <a:t>，</a:t>
            </a:r>
            <a:r>
              <a:rPr lang="en-US" altLang="zh-TW" dirty="0"/>
              <a:t>MCC</a:t>
            </a:r>
            <a:r>
              <a:rPr lang="zh-TW" altLang="en-US" dirty="0"/>
              <a:t>分數畫</a:t>
            </a:r>
            <a:r>
              <a:rPr lang="en-US" altLang="zh-TW" dirty="0"/>
              <a:t>box plot</a:t>
            </a:r>
            <a:r>
              <a:rPr lang="zh-TW" altLang="en-US" dirty="0"/>
              <a:t>，用中位數排序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01B8CF4-C05A-D3B8-4B50-7609CF3C7715}"/>
              </a:ext>
            </a:extLst>
          </p:cNvPr>
          <p:cNvSpPr txBox="1"/>
          <p:nvPr/>
        </p:nvSpPr>
        <p:spPr>
          <a:xfrm>
            <a:off x="1147482" y="1012217"/>
            <a:ext cx="5734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用</a:t>
            </a:r>
            <a:r>
              <a:rPr lang="en-US" altLang="zh-TW" dirty="0"/>
              <a:t>random forest</a:t>
            </a:r>
            <a:r>
              <a:rPr lang="zh-TW" altLang="en-US" dirty="0"/>
              <a:t>作第二層，模型可以用前幾名模型測試</a:t>
            </a:r>
          </a:p>
        </p:txBody>
      </p:sp>
    </p:spTree>
    <p:extLst>
      <p:ext uri="{BB962C8B-B14F-4D97-AF65-F5344CB8AC3E}">
        <p14:creationId xmlns:p14="http://schemas.microsoft.com/office/powerpoint/2010/main" val="350415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64661-C345-8BE5-90F2-E9939FC00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2" y="0"/>
            <a:ext cx="10515600" cy="1325563"/>
          </a:xfrm>
        </p:spPr>
        <p:txBody>
          <a:bodyPr/>
          <a:lstStyle/>
          <a:p>
            <a:r>
              <a:rPr lang="en-US" altLang="zh-TW" dirty="0" err="1"/>
              <a:t>Featuretype</a:t>
            </a:r>
            <a:r>
              <a:rPr lang="en-US" altLang="zh-TW" dirty="0"/>
              <a:t> vs mcc plot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F6A05F-26E7-FEF9-B48B-4BA9B3E2E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71" y="906867"/>
            <a:ext cx="8755529" cy="583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5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F72B71-E236-1DD5-61CA-6D0F23C27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3F89A-3D5F-01F9-5C59-AA85E3213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畫</a:t>
            </a:r>
            <a:r>
              <a:rPr lang="en-US" altLang="zh-TW" dirty="0"/>
              <a:t>18 model </a:t>
            </a:r>
            <a:r>
              <a:rPr lang="zh-TW" altLang="en-US" dirty="0"/>
              <a:t>對 </a:t>
            </a:r>
            <a:r>
              <a:rPr lang="en-US" altLang="zh-TW" dirty="0"/>
              <a:t>feature types box plot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191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17A0E-62CB-9687-16AB-679F5D68D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Generate sequence peptide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DD08D1-686A-A3E0-B5F9-3E492D4BE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TW" dirty="0"/>
              <a:t>15% mask</a:t>
            </a:r>
            <a:r>
              <a:rPr lang="zh-TW" altLang="en-US" dirty="0"/>
              <a:t> </a:t>
            </a:r>
            <a:r>
              <a:rPr lang="en-US" altLang="zh-TW" dirty="0"/>
              <a:t>480</a:t>
            </a:r>
            <a:r>
              <a:rPr lang="zh-TW" altLang="en-US" dirty="0"/>
              <a:t>條</a:t>
            </a:r>
            <a:endParaRPr lang="en-US" altLang="zh-TW" dirty="0"/>
          </a:p>
          <a:p>
            <a:pPr marL="514350" indent="-514350">
              <a:buAutoNum type="arabicPeriod"/>
            </a:pPr>
            <a:r>
              <a:rPr lang="en-US" altLang="zh-TW" dirty="0"/>
              <a:t>25% mask 596</a:t>
            </a:r>
            <a:r>
              <a:rPr lang="zh-TW" altLang="en-US" dirty="0"/>
              <a:t>條</a:t>
            </a:r>
            <a:endParaRPr lang="en-US" altLang="zh-TW" dirty="0"/>
          </a:p>
          <a:p>
            <a:pPr marL="514350" indent="-514350">
              <a:buAutoNum type="arabicPeriod"/>
            </a:pPr>
            <a:r>
              <a:rPr lang="en-US" altLang="zh-TW" dirty="0"/>
              <a:t>10% ~ 30% total seq PLDDT &gt; 70% 2391</a:t>
            </a:r>
            <a:r>
              <a:rPr lang="zh-TW" altLang="en-US" dirty="0"/>
              <a:t>條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 &gt; </a:t>
            </a:r>
            <a:r>
              <a:rPr lang="zh-TW" altLang="en-US" dirty="0"/>
              <a:t>挑一個</a:t>
            </a:r>
            <a:r>
              <a:rPr lang="en-US" altLang="zh-TW" dirty="0"/>
              <a:t>mcc</a:t>
            </a:r>
            <a:r>
              <a:rPr lang="zh-TW" altLang="en-US" dirty="0"/>
              <a:t>最高的</a:t>
            </a:r>
          </a:p>
        </p:txBody>
      </p:sp>
    </p:spTree>
    <p:extLst>
      <p:ext uri="{BB962C8B-B14F-4D97-AF65-F5344CB8AC3E}">
        <p14:creationId xmlns:p14="http://schemas.microsoft.com/office/powerpoint/2010/main" val="238153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D6A46B-2D26-788A-33AB-4337F38D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Using generate sequence + </a:t>
            </a:r>
            <a:r>
              <a:rPr lang="en-US" altLang="zh-TW" dirty="0" err="1"/>
              <a:t>pos_train</a:t>
            </a:r>
            <a:r>
              <a:rPr lang="en-US" altLang="zh-TW" dirty="0"/>
              <a:t> to try ML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CE29CA5-0E95-35F6-5F80-6D6FCA284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964" y="2254927"/>
            <a:ext cx="10515600" cy="277555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8EF5E51-92DD-E623-A83D-6B5C6ECC8F49}"/>
              </a:ext>
            </a:extLst>
          </p:cNvPr>
          <p:cNvSpPr txBox="1"/>
          <p:nvPr/>
        </p:nvSpPr>
        <p:spPr>
          <a:xfrm>
            <a:off x="956234" y="5227708"/>
            <a:ext cx="3135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detail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imformation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DBF658-63A7-C667-0FFA-AF5B271C4932}"/>
              </a:ext>
            </a:extLst>
          </p:cNvPr>
          <p:cNvSpPr/>
          <p:nvPr/>
        </p:nvSpPr>
        <p:spPr>
          <a:xfrm>
            <a:off x="9054353" y="2958399"/>
            <a:ext cx="1117600" cy="13686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207EE7-8EEB-7493-3615-FAA63A295ACA}"/>
              </a:ext>
            </a:extLst>
          </p:cNvPr>
          <p:cNvSpPr txBox="1"/>
          <p:nvPr/>
        </p:nvSpPr>
        <p:spPr>
          <a:xfrm>
            <a:off x="5169647" y="5378824"/>
            <a:ext cx="504708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sz="2500" dirty="0"/>
              <a:t>正負樣本比例適合</a:t>
            </a:r>
            <a:r>
              <a:rPr lang="en-US" altLang="zh-TW" sz="2500" dirty="0"/>
              <a:t>ML</a:t>
            </a:r>
            <a:r>
              <a:rPr lang="zh-TW" altLang="en-US" sz="2500" dirty="0"/>
              <a:t>嗎</a:t>
            </a:r>
            <a:endParaRPr lang="en-US" altLang="zh-TW" sz="2500" dirty="0"/>
          </a:p>
          <a:p>
            <a:pPr marL="342900" indent="-342900">
              <a:buAutoNum type="arabicPeriod"/>
            </a:pPr>
            <a:r>
              <a:rPr lang="zh-TW" altLang="en-US" sz="2500" dirty="0"/>
              <a:t>可以從</a:t>
            </a:r>
            <a:r>
              <a:rPr lang="en-US" altLang="zh-TW" sz="2500" dirty="0" err="1"/>
              <a:t>UniProt</a:t>
            </a:r>
            <a:r>
              <a:rPr lang="zh-TW" altLang="en-US" sz="2500" dirty="0"/>
              <a:t>讓</a:t>
            </a:r>
            <a:r>
              <a:rPr lang="en-US" altLang="zh-TW" sz="2500" dirty="0"/>
              <a:t>pos : neg = 1: 1?</a:t>
            </a:r>
          </a:p>
        </p:txBody>
      </p:sp>
    </p:spTree>
    <p:extLst>
      <p:ext uri="{BB962C8B-B14F-4D97-AF65-F5344CB8AC3E}">
        <p14:creationId xmlns:p14="http://schemas.microsoft.com/office/powerpoint/2010/main" val="394468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13297BE-FEEC-6A14-F168-738A5159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258" y="1293050"/>
            <a:ext cx="9579307" cy="5696432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30659E2D-EE2E-AE64-48EF-34DE2091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89"/>
            <a:ext cx="10515600" cy="1325563"/>
          </a:xfrm>
        </p:spPr>
        <p:txBody>
          <a:bodyPr/>
          <a:lstStyle/>
          <a:p>
            <a:r>
              <a:rPr lang="en-US" altLang="zh-TW" dirty="0" err="1"/>
              <a:t>Main_feature</a:t>
            </a:r>
            <a:r>
              <a:rPr lang="en-US" altLang="zh-TW" dirty="0"/>
              <a:t> result of mcc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9227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3E25C-C5B0-38E6-B608-CD2A0CB0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2A2C97-5C61-5602-8B7B-90CA87C2C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672"/>
            <a:ext cx="10515600" cy="4351338"/>
          </a:xfrm>
        </p:spPr>
        <p:txBody>
          <a:bodyPr/>
          <a:lstStyle/>
          <a:p>
            <a:r>
              <a:rPr lang="en-US" altLang="zh-TW" dirty="0"/>
              <a:t>Ridge </a:t>
            </a:r>
            <a:r>
              <a:rPr lang="zh-TW" altLang="en-US" dirty="0"/>
              <a:t>移除</a:t>
            </a:r>
            <a:endParaRPr lang="en-US" altLang="zh-TW" dirty="0"/>
          </a:p>
          <a:p>
            <a:r>
              <a:rPr lang="zh-TW" altLang="en-US" dirty="0"/>
              <a:t>產生</a:t>
            </a:r>
            <a:r>
              <a:rPr lang="en-US" altLang="zh-TW" dirty="0"/>
              <a:t>normal</a:t>
            </a:r>
            <a:r>
              <a:rPr lang="zh-TW" altLang="en-US" dirty="0"/>
              <a:t>前的</a:t>
            </a:r>
            <a:r>
              <a:rPr lang="en-US" altLang="zh-TW" dirty="0"/>
              <a:t>data</a:t>
            </a:r>
            <a:r>
              <a:rPr lang="zh-TW" altLang="en-US" dirty="0"/>
              <a:t> </a:t>
            </a:r>
            <a:r>
              <a:rPr lang="en-US" altLang="zh-TW" dirty="0"/>
              <a:t>OK</a:t>
            </a:r>
          </a:p>
          <a:p>
            <a:r>
              <a:rPr lang="zh-TW" altLang="en-US" dirty="0"/>
              <a:t>數據改用</a:t>
            </a:r>
            <a:r>
              <a:rPr lang="en-US" altLang="zh-TW" dirty="0"/>
              <a:t>neuropeptide</a:t>
            </a:r>
            <a:r>
              <a:rPr lang="zh-TW" altLang="en-US" dirty="0"/>
              <a:t> </a:t>
            </a:r>
            <a:r>
              <a:rPr lang="en-US" altLang="zh-TW" dirty="0"/>
              <a:t>OK</a:t>
            </a:r>
          </a:p>
          <a:p>
            <a:r>
              <a:rPr lang="en-US" altLang="zh-TW" dirty="0"/>
              <a:t>Normal test set </a:t>
            </a:r>
            <a:r>
              <a:rPr lang="zh-TW" altLang="en-US" dirty="0"/>
              <a:t>用 </a:t>
            </a:r>
            <a:r>
              <a:rPr lang="en-US" altLang="zh-TW" dirty="0"/>
              <a:t>train set</a:t>
            </a:r>
            <a:r>
              <a:rPr lang="zh-TW" altLang="en-US" dirty="0"/>
              <a:t> </a:t>
            </a:r>
            <a:r>
              <a:rPr lang="en-US" altLang="zh-TW" dirty="0"/>
              <a:t>OK</a:t>
            </a:r>
          </a:p>
          <a:p>
            <a:r>
              <a:rPr lang="zh-TW" altLang="en-US" dirty="0"/>
              <a:t> 跑</a:t>
            </a:r>
            <a:r>
              <a:rPr lang="en-US" altLang="zh-TW" dirty="0"/>
              <a:t>Boruta </a:t>
            </a:r>
            <a:r>
              <a:rPr lang="en-US" altLang="zh-TW" dirty="0" err="1"/>
              <a:t>max_limit</a:t>
            </a:r>
            <a:r>
              <a:rPr lang="en-US" altLang="zh-TW" dirty="0"/>
              <a:t> = 400</a:t>
            </a:r>
          </a:p>
          <a:p>
            <a:r>
              <a:rPr lang="zh-TW" altLang="en-US" dirty="0"/>
              <a:t>和沒有</a:t>
            </a:r>
            <a:r>
              <a:rPr lang="en-US" altLang="zh-TW" dirty="0"/>
              <a:t>Boruta</a:t>
            </a:r>
          </a:p>
          <a:p>
            <a:r>
              <a:rPr lang="zh-TW" altLang="en-US" dirty="0"/>
              <a:t>都做</a:t>
            </a:r>
            <a:r>
              <a:rPr lang="en-US" altLang="zh-TW" dirty="0"/>
              <a:t>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601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318</Words>
  <Application>Microsoft Office PowerPoint</Application>
  <PresentationFormat>寬螢幕</PresentationFormat>
  <Paragraphs>46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佈景主題</vt:lpstr>
      <vt:lpstr>0304 progress</vt:lpstr>
      <vt:lpstr>Table of Contents</vt:lpstr>
      <vt:lpstr>1. Test Neuropeptide limit</vt:lpstr>
      <vt:lpstr>Combine 3 result</vt:lpstr>
      <vt:lpstr>Combine 3 result</vt:lpstr>
      <vt:lpstr>2. Stacking</vt:lpstr>
      <vt:lpstr>PowerPoint 簡報</vt:lpstr>
      <vt:lpstr>PowerPoint 簡報</vt:lpstr>
      <vt:lpstr>Featuretype vs mcc plot</vt:lpstr>
      <vt:lpstr>PowerPoint 簡報</vt:lpstr>
      <vt:lpstr>Generate sequence peptide</vt:lpstr>
      <vt:lpstr>Using generate sequence + pos_train to try ML</vt:lpstr>
      <vt:lpstr>Main_feature result of mcc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黃瑞麟</dc:creator>
  <cp:lastModifiedBy>黃瑞麟</cp:lastModifiedBy>
  <cp:revision>85</cp:revision>
  <dcterms:created xsi:type="dcterms:W3CDTF">2026-03-03T13:16:51Z</dcterms:created>
  <dcterms:modified xsi:type="dcterms:W3CDTF">2026-05-03T22:06:51Z</dcterms:modified>
</cp:coreProperties>
</file>