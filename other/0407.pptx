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72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48E448-9272-7D07-1B9C-46AF391E8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901734C-5CCB-C841-4849-033547C78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833564-2130-4A27-AFDA-56481BBB8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899F6F-D0CF-0733-C917-2CAAC818E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B328E9-79B1-2374-42ED-C0488202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2977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88FCE1-B60B-89CC-5D3D-0B3856B62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420F51-B834-AA67-E8BD-1774BC61C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943E5E-64A5-3BBB-C801-C953E3A5A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594F42-5C16-1320-E4DE-531C96FBA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B02758-38DA-19B3-377E-327B35999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8134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60BA29-7E75-36FC-1A19-4C26EE809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8EEF661-AACC-6E16-2D6E-8BA41D45E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6AF43D-A230-CA40-B1A1-224D8C0B1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DF4BD6-2C22-FB83-CA07-E91E5F46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1896A3-45F4-D14F-A094-0DDB306A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8346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6B0610-8E7F-85E6-766A-549A4816B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D5591C-7128-1480-21CB-1AB5050184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EECF4A4-0787-72A1-AC8D-92F8BF648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8FB3EA3-1DF1-8973-F03A-04B532705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9FF1FE1-3993-EFBA-0C2E-02C807571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9EF6653-8434-4DCA-56A3-F5D2DCBD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7123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9457BB-D0DD-2389-3D9F-EE68DABFA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18C5511-6FF8-56EF-300F-9BACE51EC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5DAB86C-B5B0-405E-108B-155316350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D1FC99B-F5B9-0605-89A8-401C542F7D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C13B677-917E-19D4-BC1F-92F39E24DE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6F235CB-867B-C34D-01AA-0F74A803D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24A59C8-1EE5-6C5C-6104-68BF6AD7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872CA2E-18A8-FF37-A266-6344C2C3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980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208376-72B1-6114-F7AC-41DF83658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F433A3B-404F-6E3F-DC34-9E50D225F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CE1AF8A-0AB8-B9B8-3A7A-4CCFECFE9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115159F-4FF2-8AC9-70D5-0FDBBF624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4930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3528D6A-7D91-13D0-FF36-8EC321D8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325D7C8-F351-BAB8-A7AF-5BBEC6ABF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143844-B28D-2CC3-4D0A-1CD2E3214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6693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00D22D-F1F9-487F-5405-BA787D2A5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A4E6D6-5CD9-1096-6605-4827DF41D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2505ED3-D0E4-B4C7-4CCD-D7298976B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3646047-E654-6168-C6CF-F206B52B7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95BFB4A-00D4-24F3-6598-C68986392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F4FB10F-C446-B6A8-3D27-17C188477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5061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0D76FA-7735-9BFD-8FE5-196471E36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82653D7-2333-7EC1-FD03-DA60D6C714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8BEEE8A-38ED-9353-D605-36985E29F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65BA67C-983D-71F3-2829-4BA602958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A9035C-3191-F144-A5F6-CA75AF23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FB15B39-6288-90DF-0AA8-16A3DE3D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1701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0CC7D8-704D-3AE6-3EFB-68B5E2BF8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2C2C76C-D8CB-9DB9-724B-7F10BE5D2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397ECE-3AAB-23C3-A1A0-E19420A3E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6B424D-265E-D915-997D-B5970C72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C6297D6-35DE-09BE-1BA0-46BDCE244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3758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2410A97-C3DB-58D3-B113-80B103F248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657F6ED-4857-A755-817C-789FCF719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D22AF0-0910-8C46-A92F-847398BB9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D61ABF-8988-5FB5-3674-468EB631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BDDF66-4DE0-A53A-4A13-B8F08B277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2852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66C9090-0277-FA57-4788-45C2063A3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B931D5-924F-52D3-8046-465555B38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CB5EAD-9E33-5D89-A038-C8BD063D69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CC0A59-99A6-425D-BF1E-FA3E13F59212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406A8C-D238-DE42-D6C8-29405F13B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0842B5-AF1F-83F2-7E87-89EFCE76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6912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aconda.com/docs/getting-started/miniconda/mai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77D75B-3A56-00C4-8A16-934C947ADA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0407 weekly progress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97F8152-9D27-D46F-64C7-21A0792584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U11216002 </a:t>
            </a:r>
            <a:r>
              <a:rPr lang="zh-TW" altLang="en-US" dirty="0"/>
              <a:t>資科三 黃瑞麟</a:t>
            </a:r>
          </a:p>
        </p:txBody>
      </p:sp>
    </p:spTree>
    <p:extLst>
      <p:ext uri="{BB962C8B-B14F-4D97-AF65-F5344CB8AC3E}">
        <p14:creationId xmlns:p14="http://schemas.microsoft.com/office/powerpoint/2010/main" val="1131949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21D8E0-7BAA-6654-7649-E3D7B4E28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Table of Contents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777EAE-23CD-FA75-A8EE-8380A0B07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zh-TW" dirty="0"/>
              <a:t>Recover environment</a:t>
            </a:r>
          </a:p>
          <a:p>
            <a:pPr marL="514350" indent="-514350">
              <a:buAutoNum type="arabicPeriod"/>
            </a:pPr>
            <a:r>
              <a:rPr lang="en-US" altLang="zh-TW" dirty="0"/>
              <a:t>Run stacking python code</a:t>
            </a:r>
          </a:p>
        </p:txBody>
      </p:sp>
    </p:spTree>
    <p:extLst>
      <p:ext uri="{BB962C8B-B14F-4D97-AF65-F5344CB8AC3E}">
        <p14:creationId xmlns:p14="http://schemas.microsoft.com/office/powerpoint/2010/main" val="3048322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614BD5-E3E8-4D7F-D414-B3A3FF4F6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Recover environment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C24F44-2687-51EA-7967-EEB75DB0A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zh-TW" dirty="0" err="1"/>
              <a:t>Vscode</a:t>
            </a:r>
            <a:r>
              <a:rPr lang="en-US" altLang="zh-TW" dirty="0"/>
              <a:t> build in desktop</a:t>
            </a:r>
          </a:p>
          <a:p>
            <a:pPr marL="514350" indent="-514350">
              <a:buAutoNum type="arabicPeriod"/>
            </a:pPr>
            <a:r>
              <a:rPr lang="en-US" altLang="zh-TW" dirty="0"/>
              <a:t>Download python 3.8 version</a:t>
            </a:r>
          </a:p>
          <a:p>
            <a:pPr marL="514350" indent="-514350">
              <a:buAutoNum type="arabicPeriod"/>
            </a:pPr>
            <a:r>
              <a:rPr lang="en-US" altLang="zh-TW" dirty="0"/>
              <a:t>Download </a:t>
            </a:r>
            <a:r>
              <a:rPr lang="en-US" altLang="zh-TW" dirty="0" err="1"/>
              <a:t>minanaconda</a:t>
            </a:r>
            <a:endParaRPr lang="en-US" altLang="zh-TW" dirty="0"/>
          </a:p>
          <a:p>
            <a:pPr marL="971550" lvl="1" indent="-514350">
              <a:buFont typeface="Arial" panose="020B0604020202020204" pitchFamily="34" charset="0"/>
              <a:buAutoNum type="arabicPeriod"/>
            </a:pPr>
            <a:r>
              <a:rPr lang="en-US" altLang="zh-TW" dirty="0"/>
              <a:t>Link : </a:t>
            </a:r>
            <a:r>
              <a:rPr lang="en-US" altLang="zh-TW" dirty="0">
                <a:hlinkClick r:id="rId2"/>
              </a:rPr>
              <a:t>https://www.anaconda.com/docs/getting-started/miniconda/main</a:t>
            </a:r>
            <a:endParaRPr lang="en-US" altLang="zh-TW" dirty="0"/>
          </a:p>
          <a:p>
            <a:pPr marL="514350" indent="-514350">
              <a:buAutoNum type="arabicPeriod"/>
            </a:pPr>
            <a:r>
              <a:rPr lang="en-US" altLang="zh-TW" dirty="0"/>
              <a:t>Build </a:t>
            </a:r>
            <a:r>
              <a:rPr lang="en-US" altLang="zh-TW" dirty="0" err="1"/>
              <a:t>peptideML_env</a:t>
            </a:r>
            <a:r>
              <a:rPr lang="en-US" altLang="zh-TW" dirty="0"/>
              <a:t> with anaconda python version 3.8.20</a:t>
            </a:r>
          </a:p>
          <a:p>
            <a:pPr marL="514350" indent="-514350">
              <a:buAutoNum type="arabicPeriod"/>
            </a:pPr>
            <a:r>
              <a:rPr lang="en-US" altLang="zh-TW" dirty="0"/>
              <a:t>Install </a:t>
            </a:r>
            <a:r>
              <a:rPr lang="en-US" altLang="zh-TW" dirty="0" err="1"/>
              <a:t>vscode</a:t>
            </a:r>
            <a:r>
              <a:rPr lang="en-US" altLang="zh-TW" dirty="0"/>
              <a:t> extend package about python</a:t>
            </a:r>
          </a:p>
          <a:p>
            <a:pPr marL="514350" indent="-514350">
              <a:buAutoNum type="arabicPeriod"/>
            </a:pPr>
            <a:r>
              <a:rPr lang="en-US" altLang="zh-TW" dirty="0"/>
              <a:t>Install requirements.txt in </a:t>
            </a:r>
            <a:r>
              <a:rPr lang="en-US" altLang="zh-TW" dirty="0" err="1"/>
              <a:t>pythonML_env</a:t>
            </a:r>
            <a:endParaRPr lang="en-US" altLang="zh-TW" dirty="0"/>
          </a:p>
          <a:p>
            <a:pPr marL="514350" indent="-514350">
              <a:buAutoNum type="arabicPeriod"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810993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E6C5B-2C97-92B4-42E4-8168A04A4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3EAA1E-9A4F-1DDC-672C-4773F7AB5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Run stacking python - All data is disappear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FCD2E7-B4F4-14A1-0146-6AABA1D3F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zh-TW" dirty="0"/>
              <a:t>Run feature_encode.py -&gt; create big table</a:t>
            </a:r>
          </a:p>
          <a:p>
            <a:pPr marL="514350" indent="-514350">
              <a:buAutoNum type="arabicPeriod"/>
            </a:pPr>
            <a:r>
              <a:rPr lang="en-US" altLang="zh-TW" dirty="0"/>
              <a:t>Run feature_split.py -&gt; split train, test</a:t>
            </a:r>
          </a:p>
          <a:p>
            <a:pPr marL="514350" indent="-514350">
              <a:buAutoNum type="arabicPeriod"/>
            </a:pPr>
            <a:r>
              <a:rPr lang="en-US" altLang="zh-TW" dirty="0"/>
              <a:t>Run meta_feature_gent.py -&gt; </a:t>
            </a:r>
            <a:r>
              <a:rPr lang="zh-TW" altLang="en-US" dirty="0"/>
              <a:t>機率表</a:t>
            </a:r>
            <a:endParaRPr lang="en-US" altLang="zh-TW" dirty="0"/>
          </a:p>
          <a:p>
            <a:pPr marL="514350" indent="-514350">
              <a:buAutoNum type="arabicPeriod"/>
            </a:pPr>
            <a:r>
              <a:rPr lang="en-US" altLang="zh-TW" dirty="0" err="1"/>
              <a:t>Draw_featuretype_mcc_plot</a:t>
            </a:r>
            <a:endParaRPr lang="en-US" altLang="zh-TW" dirty="0"/>
          </a:p>
          <a:p>
            <a:pPr marL="514350" indent="-514350">
              <a:buAutoNum type="arabicPeriod"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06371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A64661-C345-8BE5-90F2-E9939FC00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998" y="196626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zh-TW" dirty="0" err="1"/>
              <a:t>Featuretype</a:t>
            </a:r>
            <a:r>
              <a:rPr lang="en-US" altLang="zh-TW" dirty="0"/>
              <a:t> vs mcc plot </a:t>
            </a:r>
            <a:r>
              <a:rPr lang="zh-TW" altLang="en-US" dirty="0"/>
              <a:t>畫盒鬚圖</a:t>
            </a:r>
            <a:r>
              <a:rPr lang="en-US" altLang="zh-TW" dirty="0"/>
              <a:t>(</a:t>
            </a:r>
            <a:r>
              <a:rPr lang="zh-TW" altLang="en-US" dirty="0"/>
              <a:t>用全部</a:t>
            </a:r>
            <a:r>
              <a:rPr lang="en-US" altLang="zh-TW" dirty="0"/>
              <a:t>17</a:t>
            </a:r>
            <a:r>
              <a:rPr lang="zh-TW" altLang="en-US" dirty="0"/>
              <a:t>種</a:t>
            </a:r>
            <a:r>
              <a:rPr lang="en-US" altLang="zh-TW" dirty="0"/>
              <a:t>model) </a:t>
            </a:r>
            <a:r>
              <a:rPr lang="zh-TW" altLang="en-US" dirty="0"/>
              <a:t>做 </a:t>
            </a:r>
            <a:r>
              <a:rPr lang="en-US" altLang="zh-TW" dirty="0" err="1"/>
              <a:t>optuna</a:t>
            </a:r>
            <a:br>
              <a:rPr lang="en-US" altLang="zh-TW" dirty="0"/>
            </a:br>
            <a:r>
              <a:rPr lang="en-US" altLang="zh-TW" dirty="0"/>
              <a:t>stacking</a:t>
            </a:r>
            <a:r>
              <a:rPr lang="zh-TW" altLang="en-US" dirty="0"/>
              <a:t>不要挑</a:t>
            </a:r>
            <a:r>
              <a:rPr lang="en-US" altLang="zh-TW" dirty="0"/>
              <a:t>feature number</a:t>
            </a:r>
            <a:br>
              <a:rPr lang="en-US" altLang="zh-TW" dirty="0"/>
            </a:br>
            <a:r>
              <a:rPr lang="en-US" altLang="zh-TW" dirty="0"/>
              <a:t>56 * 17 = </a:t>
            </a:r>
            <a:br>
              <a:rPr lang="en-US" altLang="zh-TW" dirty="0"/>
            </a:br>
            <a:r>
              <a:rPr lang="zh-TW" altLang="en-US" dirty="0"/>
              <a:t>中間做</a:t>
            </a:r>
            <a:r>
              <a:rPr lang="en-US" altLang="zh-TW" dirty="0" err="1"/>
              <a:t>boruta</a:t>
            </a:r>
            <a:br>
              <a:rPr lang="en-US" altLang="zh-TW" dirty="0"/>
            </a:br>
            <a:r>
              <a:rPr lang="en-US" altLang="zh-TW" dirty="0"/>
              <a:t>random </a:t>
            </a:r>
            <a:r>
              <a:rPr lang="en-US" altLang="zh-TW" dirty="0" err="1"/>
              <a:t>foreset</a:t>
            </a:r>
            <a:r>
              <a:rPr lang="en-US" altLang="zh-TW" dirty="0"/>
              <a:t> , </a:t>
            </a:r>
            <a:r>
              <a:rPr lang="en-US" altLang="zh-TW" dirty="0" err="1"/>
              <a:t>xgboost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EF6A05F-26E7-FEF9-B48B-4BA9B3E2E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203" y="2886853"/>
            <a:ext cx="5605928" cy="373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56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0E254C-C422-4C6B-993D-83762AB2C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Lstm</a:t>
            </a:r>
            <a:r>
              <a:rPr lang="en-US" altLang="zh-TW" dirty="0"/>
              <a:t> + CNN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2DF2CA5-1167-7793-F4D6-DFC33DA64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用</a:t>
            </a:r>
            <a:r>
              <a:rPr lang="en-US" altLang="zh-TW" dirty="0"/>
              <a:t>ML</a:t>
            </a:r>
            <a:r>
              <a:rPr lang="zh-TW" altLang="en-US" dirty="0"/>
              <a:t>方式做 </a:t>
            </a:r>
            <a:r>
              <a:rPr lang="en-US" altLang="zh-TW" dirty="0"/>
              <a:t>10row</a:t>
            </a:r>
            <a:r>
              <a:rPr lang="zh-TW" altLang="en-US" dirty="0"/>
              <a:t>做一個</a:t>
            </a:r>
            <a:r>
              <a:rPr lang="en-US" altLang="zh-TW" dirty="0"/>
              <a:t>window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85757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1483</TotalTime>
  <Words>164</Words>
  <Application>Microsoft Office PowerPoint</Application>
  <PresentationFormat>寬螢幕</PresentationFormat>
  <Paragraphs>21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佈景主題</vt:lpstr>
      <vt:lpstr>0407 weekly progress</vt:lpstr>
      <vt:lpstr>Table of Contents</vt:lpstr>
      <vt:lpstr>Recover environment</vt:lpstr>
      <vt:lpstr>Run stacking python - All data is disappear</vt:lpstr>
      <vt:lpstr>Featuretype vs mcc plot 畫盒鬚圖(用全部17種model) 做 optuna stacking不要挑feature number 56 * 17 =  中間做boruta random foreset , xgboost</vt:lpstr>
      <vt:lpstr>Lstm + CNN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黃瑞麟</dc:creator>
  <cp:lastModifiedBy>黃瑞麟</cp:lastModifiedBy>
  <cp:revision>136</cp:revision>
  <dcterms:created xsi:type="dcterms:W3CDTF">2026-03-03T13:16:51Z</dcterms:created>
  <dcterms:modified xsi:type="dcterms:W3CDTF">2026-04-07T15:02:50Z</dcterms:modified>
</cp:coreProperties>
</file>